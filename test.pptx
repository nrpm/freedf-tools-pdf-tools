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Layout" Target="slideLayouts/slideLayout1.xml"/><Relationship Id="rId3" Type="http://schemas.openxmlformats.org/officeDocument/2006/relationships/theme" Target="theme/theme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sz="1400"/>
              <a:t>PowerPoint test slide content here.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